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00" name="GMU Accent Bar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05239"/>
          </a:solidFill>
          <a:ln>
            <a:noFill/>
          </a:ln>
        </p:spPr>
        <p:txBody>
          <a:bodyPr/>
          <a:lstStyle/>
          <a:p/>
        </p:txBody>
      </p:sp>
      <p:sp>
        <p:nvSpPr>
          <p:cNvPr id="901" name="GMU Wordmark"/>
          <p:cNvSpPr txBox="1"/>
          <p:nvPr/>
        </p:nvSpPr>
        <p:spPr>
          <a:xfrm>
            <a:off x="365760" y="6355080"/>
            <a:ext cx="6400800" cy="274320"/>
          </a:xfrm>
          <a:prstGeom prst="rect">
            <a:avLst/>
          </a:prstGeom>
          <a:noFill/>
        </p:spPr>
        <p:txBody>
          <a:bodyPr wrap="none"/>
          <a:lstStyle/>
          <a:p>
            <a:r>
              <a:rPr lang="en-US" sz="900" b="1">
                <a:solidFill>
                  <a:srgbClr val="005239"/>
                </a:solidFill>
                <a:latin typeface="Open Sans"/>
              </a:rPr>
              <a:t>NextGen Empirical Finance Research Camp  ·  Prof. Lei Gao</a:t>
            </a:r>
          </a:p>
        </p:txBody>
      </p:sp>
      <p:pic>
        <p:nvPicPr>
          <p:cNvPr id="902" name="GMU Logo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163142" y="256032"/>
            <a:ext cx="754233" cy="502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rgbClr val="333333"/>
      </a:dk1>
      <a:lt1>
        <a:srgbClr val="FFFFFF"/>
      </a:lt1>
      <a:dk2>
        <a:srgbClr val="005239"/>
      </a:dk2>
      <a:lt2>
        <a:srgbClr val="F4F4F2"/>
      </a:lt2>
      <a:accent1>
        <a:srgbClr val="005239"/>
      </a:accent1>
      <a:accent2>
        <a:srgbClr val="FFC733"/>
      </a:accent2>
      <a:accent3>
        <a:srgbClr val="CC4824"/>
      </a:accent3>
      <a:accent4>
        <a:srgbClr val="008285"/>
      </a:accent4>
      <a:accent5>
        <a:srgbClr val="004F71"/>
      </a:accent5>
      <a:accent6>
        <a:srgbClr val="727579"/>
      </a:accent6>
      <a:hlink>
        <a:srgbClr val="004F71"/>
      </a:hlink>
      <a:folHlink>
        <a:srgbClr val="008285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Open Sa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